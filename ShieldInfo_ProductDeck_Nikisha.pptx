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6B21A8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</a:rPr>
              <a:t>shieldinfo.in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0" y="77724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0" y="777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ShieldInfo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</a:rPr>
              <a:t>Your Privacy. Yours Forever.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3246120"/>
            <a:ext cx="21945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832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By Nikisha Verma, Age 12  |  Founder &amp; CEO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78BFA"/>
                </a:solidFill>
              </a:rPr>
              <a:t>"I built this because my mom deserved better."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iOS  |  Android  |  Web  —  India's Privacy 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</a:rPr>
              <a:t>MY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</a:rPr>
              <a:t>Why a 12-year-old built a privacy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5394960" cy="356616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2"/>
            <a:ext cx="5394960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In Nikisha's Words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4B5FD"/>
                </a:solidFill>
              </a:rPr>
              <a:t>"My mom listed our old sofa on OLX. Within a day, she was getting calls at midnight from strangers who got her number.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4B5FD"/>
                </a:solidFill>
              </a:rPr>
              <a:t>I felt so helpless. She couldn't sleep. I thought — why can't she just give a fake number? A number that filters people?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4B5FD"/>
                </a:solidFill>
              </a:rPr>
              <a:t>I asked Papa to help me build it. Three weeks later — ShieldInfo was born.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4B5FD"/>
                </a:solidFill>
              </a:rPr>
              <a:t>If a 12-year-old saw this problem... why hadn't anyone solved it yet?"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</a:rPr>
              <a:t>— Nikisha Verma, Founder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13258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0" y="1325880"/>
            <a:ext cx="64008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3990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900M+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19385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Indians have this problem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51460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2514600"/>
            <a:ext cx="64008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5877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17920" y="31272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Receive spam calls daily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37033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3703320"/>
            <a:ext cx="64008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37764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217920" y="43159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Good solutions existed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</a:rPr>
              <a:t>WHAT IS SHIELDINFO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number. Total privacy.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78BFA"/>
                </a:solidFill>
              </a:rPr>
              <a:t>ShieldInfo gives you a virtual Indian mobile number to share publicly. Your real number stays private. Unknown callers are blocked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240280"/>
            <a:ext cx="2697480" cy="2606040"/>
          </a:xfrm>
          <a:prstGeom prst="rect">
            <a:avLst/>
          </a:prstGeom>
          <a:solidFill>
            <a:srgbClr val="1E1B4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377440"/>
            <a:ext cx="594360" cy="5943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" y="3090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Get a Shield Number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35204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4B5FD"/>
                </a:solidFill>
              </a:rPr>
              <a:t>Instantly receive a virtual +91 number. Share it on OLX, with delivery apps, strangers — anywhere.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2240280"/>
            <a:ext cx="2697480" cy="2606040"/>
          </a:xfrm>
          <a:prstGeom prst="rect">
            <a:avLst/>
          </a:prstGeom>
          <a:solidFill>
            <a:srgbClr val="1E1B4B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377440"/>
            <a:ext cx="594360" cy="59436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55848" y="3090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Filtering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35204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4B5FD"/>
                </a:solidFill>
              </a:rPr>
              <a:t>ShieldInfo checks every caller against your phonebook. Known contacts connect. Unknown callers are blocked.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2240280"/>
            <a:ext cx="2697480" cy="2606040"/>
          </a:xfrm>
          <a:prstGeom prst="rect">
            <a:avLst/>
          </a:prstGeom>
          <a:solidFill>
            <a:srgbClr val="1E1B4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237744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36208" y="3090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You Stay In Control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35204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4B5FD"/>
                </a:solidFill>
              </a:rPr>
              <a:t>Add temp access for riders, view all logs, enable Delivery Mode — everything from the app.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</a:rPr>
              <a:t>Everything you need to stay private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9047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</a:rPr>
              <a:t>Virtual Shield Number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75688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Get a dedicated +91 Indian number. Share it everywhere — your real number is never exposed.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3258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90472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04488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</a:rPr>
              <a:t>Smart Phonebook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075688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Only contacts you add can reach you. Bulk sync from your phone. Add or remove anytime.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490472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84848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</a:rPr>
              <a:t>Delivery Mode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075688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NEW! Allow all callers for 1-4 hours when expecting a cab, courier, or repair person.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31927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" y="3337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</a:rPr>
              <a:t>Temp Access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904488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Give a specific number limited-time access. Perfect for Ola drivers, plumbers, one-time contacts.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31546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319272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04488" y="3337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</a:rPr>
              <a:t>Call &amp; SMS Logs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904488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See every blocked and allowed call. Know who tried to reach you and when.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1546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3319272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84848" y="3337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</a:rPr>
              <a:t>Push Notifications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904488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Instant alert when an unknown caller is blocked. Always know your shield is working.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</a:rPr>
              <a:t>Simple. Affordable. For every Indian.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132588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" y="13716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</a:rPr>
              <a:t>Trial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" y="1755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92608" y="22219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633472"/>
            <a:ext cx="146304" cy="14630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25877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 shield number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146304" cy="14630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30449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Basic call blocking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547872"/>
            <a:ext cx="146304" cy="14630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" y="35021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7-day call logs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132588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13716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</a:rPr>
              <a:t>Basic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68880" y="1755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₹99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468880" y="22219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/month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42032" y="263347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2779776" y="25877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 shield number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42032" y="309067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2779776" y="30449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Full blocking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42032" y="354787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2779776" y="35021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30-day logs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42032" y="400507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2779776" y="3959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SMS forwarding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53712" y="1325880"/>
            <a:ext cx="2057400" cy="3566160"/>
          </a:xfrm>
          <a:prstGeom prst="rect">
            <a:avLst/>
          </a:prstGeom>
          <a:solidFill>
            <a:srgbClr val="7C3AED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53712" y="1325880"/>
            <a:ext cx="2057400" cy="347472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8" name="Text 26"/>
          <p:cNvSpPr/>
          <p:nvPr/>
        </p:nvSpPr>
        <p:spPr>
          <a:xfrm>
            <a:off x="4553712" y="1325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BEST VALUE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45152" y="17190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45152" y="2103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₹199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645152" y="25694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6FE"/>
                </a:solidFill>
              </a:rPr>
              <a:t>/month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18304" y="2980944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4956048" y="29352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6FE"/>
                </a:solidFill>
              </a:rPr>
              <a:t>2 shield numbers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18304" y="3438144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4956048" y="33924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6FE"/>
                </a:solidFill>
              </a:rPr>
              <a:t>Delivery Mode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18304" y="3895344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4956048" y="38496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6FE"/>
                </a:solidFill>
              </a:rPr>
              <a:t>90-day logs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18304" y="4352544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4956048" y="43068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6FE"/>
                </a:solidFill>
              </a:rPr>
              <a:t>Priority support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18304" y="4809744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1" name="Text 39"/>
          <p:cNvSpPr/>
          <p:nvPr/>
        </p:nvSpPr>
        <p:spPr>
          <a:xfrm>
            <a:off x="4956048" y="47640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6FE"/>
                </a:solidFill>
              </a:rPr>
              <a:t>Analytics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29984" y="132588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21424" y="13716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</a:rPr>
              <a:t>Family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21424" y="1755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₹399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6821424" y="22219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/month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94576" y="2633472"/>
            <a:ext cx="146304" cy="146304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47" name="Text 45"/>
          <p:cNvSpPr/>
          <p:nvPr/>
        </p:nvSpPr>
        <p:spPr>
          <a:xfrm>
            <a:off x="7132320" y="25877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 shield numbers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94576" y="3090672"/>
            <a:ext cx="146304" cy="146304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49" name="Text 47"/>
          <p:cNvSpPr/>
          <p:nvPr/>
        </p:nvSpPr>
        <p:spPr>
          <a:xfrm>
            <a:off x="7132320" y="30449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Family dashboard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94576" y="3547872"/>
            <a:ext cx="146304" cy="146304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51" name="Text 49"/>
          <p:cNvSpPr/>
          <p:nvPr/>
        </p:nvSpPr>
        <p:spPr>
          <a:xfrm>
            <a:off x="7132320" y="35021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Full history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94576" y="4005072"/>
            <a:ext cx="146304" cy="146304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53" name="Text 51"/>
          <p:cNvSpPr/>
          <p:nvPr/>
        </p:nvSpPr>
        <p:spPr>
          <a:xfrm>
            <a:off x="7132320" y="3959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All Pro features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5" name="Text 53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8BFA"/>
                </a:solidFill>
              </a:rPr>
              <a:t>Less than a movie ticket per month  |  Cancel anytime  |  No hidden charges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 complete product. In weeks. Using AI.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621792"/>
          </a:xfrm>
          <a:prstGeom prst="rect">
            <a:avLst/>
          </a:prstGeom>
          <a:solidFill>
            <a:srgbClr val="1E1B4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490472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Live backend API (Node.js + Railway cloud hosting)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075688"/>
            <a:ext cx="4114800" cy="621792"/>
          </a:xfrm>
          <a:prstGeom prst="rect">
            <a:avLst/>
          </a:prstGeom>
          <a:solidFill>
            <a:srgbClr val="1E1B4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22402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67128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PostgreSQL database on Supabase — fully operational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25496"/>
            <a:ext cx="4114800" cy="621792"/>
          </a:xfrm>
          <a:prstGeom prst="rect">
            <a:avLst/>
          </a:prstGeom>
          <a:solidFill>
            <a:srgbClr val="1E1B4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" y="299008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16936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Exotel telecom API — real call blocking &amp; forwarding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75304"/>
            <a:ext cx="4114800" cy="621792"/>
          </a:xfrm>
          <a:prstGeom prst="rect">
            <a:avLst/>
          </a:prstGeom>
          <a:solidFill>
            <a:srgbClr val="1E1B4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" y="373989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666744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Firebase OTP — real SMS phone verification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325112"/>
            <a:ext cx="4114800" cy="621792"/>
          </a:xfrm>
          <a:prstGeom prst="rect">
            <a:avLst/>
          </a:prstGeom>
          <a:solidFill>
            <a:srgbClr val="1E1B4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" y="4489704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1655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Flutter app — iOS + Android + Web (single codebase)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325880"/>
            <a:ext cx="4114800" cy="621792"/>
          </a:xfrm>
          <a:prstGeom prst="rect">
            <a:avLst/>
          </a:prstGeom>
          <a:solidFill>
            <a:srgbClr val="1E1B4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82896" y="1490472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141732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Push notifications — instant blocked call alerts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075688"/>
            <a:ext cx="4114800" cy="621792"/>
          </a:xfrm>
          <a:prstGeom prst="rect">
            <a:avLst/>
          </a:prstGeom>
          <a:solidFill>
            <a:srgbClr val="1E1B4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82896" y="22402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2167128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Delivery Mode — allow all callers for 1-4 hours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825496"/>
            <a:ext cx="4114800" cy="621792"/>
          </a:xfrm>
          <a:prstGeom prst="rect">
            <a:avLst/>
          </a:prstGeom>
          <a:solidFill>
            <a:srgbClr val="1E1B4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82896" y="299008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2916936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Razorpay payments — subscription billing ready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575304"/>
            <a:ext cx="4114800" cy="621792"/>
          </a:xfrm>
          <a:prstGeom prst="rect">
            <a:avLst/>
          </a:prstGeom>
          <a:solidFill>
            <a:srgbClr val="1E1B4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82896" y="3739896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3666744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 Store + Play Store submission (in progress)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4325112"/>
            <a:ext cx="4114800" cy="621792"/>
          </a:xfrm>
          <a:prstGeom prst="rect">
            <a:avLst/>
          </a:prstGeom>
          <a:solidFill>
            <a:srgbClr val="1E1B4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82896" y="4489704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441655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DLT SMS registration — KYC in progress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</a:rPr>
              <a:t>COST OF BUILDING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</a:rPr>
              <a:t>How we built a full product for almost nothing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3977640" cy="356616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61872"/>
            <a:ext cx="3977640" cy="411480"/>
          </a:xfrm>
          <a:prstGeom prst="rect">
            <a:avLst/>
          </a:prstGeom>
          <a:solidFill>
            <a:srgbClr val="FCA5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Traditional Development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56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Backend Developer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1856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₹80,000 – ₹1,50,000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40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Flutter Developer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2340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₹80,000 – ₹1,50,000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25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UI/UX Designer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2825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₹40,000 – ₹80,000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QA Testing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₹20,000 – ₹40,000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Project Manager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₹30,000 – ₹60,000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3794760" cy="438912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TOTAL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4279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₹2.5L – ₹4.8L+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261872"/>
            <a:ext cx="3977640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2618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ShieldInfo (Built with AI)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Claude AI (Cowork mode)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86600" y="18562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~₹2,000/mo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340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Nikisha's ideas + vision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86600" y="23408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Free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8254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Papa's time (CTO)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86600" y="28254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Free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Design + branding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86600" y="33101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Free (AI)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All infra (free tiers)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6600" y="3794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₹0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4206240"/>
            <a:ext cx="3794760" cy="43891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4279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TOTAL BUILD COST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42793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~₹4,000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</a:rPr>
              <a:t>MONTHLY RUNNING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</a:rPr>
              <a:t>We run on free tiers — scaling costs are tiny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3977640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61872"/>
            <a:ext cx="3977640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6187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Now (Free Tiers)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Railway (backend hosting)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8105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Free / $5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494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Supabase (database)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249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Free (500MB)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883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Firebase (auth + notifications)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6883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Free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Netlify (web app)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3127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Free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Exotel (after ExoPhone)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3566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~₹500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005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Domain (shieldinfo.in)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40050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~₹800/year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434840"/>
            <a:ext cx="397764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4348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TOTAL: ~₹500-800/month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261872"/>
            <a:ext cx="3977640" cy="356616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261872"/>
            <a:ext cx="397764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26187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 Scale (1,000+ users)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8105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Railway Pro (backend)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18105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$20 (~₹1,700)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22494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Supabase Pro (database)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2249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$25 (~₹2,100)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6883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Firebase Blaze (per use)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26883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~₹500-1,000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127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Exotel (numbers + usage)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3127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~₹2,000-5,000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566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Domain + SSL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3566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~₹200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4005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Misc (monitoring, etc.)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40050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~₹500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4434840"/>
            <a:ext cx="397764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44348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TOTAL: ~₹7,000-10,500/month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</a:rPr>
              <a:t>INCOME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Multiple revenue streams from day 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61872"/>
            <a:ext cx="64008" cy="8412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353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Subscription Revenue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190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Monthly plans ₹99/₹199/₹399. Recurring, predictable, low churn — privacy is sticky.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21992"/>
            <a:ext cx="841248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21992"/>
            <a:ext cx="64008" cy="8412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31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2313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Access (B2B)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6791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Businesses pay to use ShieldInfo API. E-commerce, healthcare, real estate platforms.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82112"/>
            <a:ext cx="841248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82112"/>
            <a:ext cx="64008" cy="8412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91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3040" y="3273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Enterprise Plans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63931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Companies buy plans for their sales teams. ₹5,000-50,000/month per org.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142232"/>
            <a:ext cx="841248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142232"/>
            <a:ext cx="64008" cy="8412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51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463040" y="4233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Premium Features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45994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Advanced analytics, multiple numbers, custom caller messages — add-on revenue.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Break-even at just 34 paying users  |  1,000 users = Rs.1.5 Lakh/month revenue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</a:rPr>
              <a:t>PRODUCT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</a:rPr>
              <a:t>From idea to India's #1 privacy app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205740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61872"/>
            <a:ext cx="20574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618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</a:rPr>
              <a:t>Phase 1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</a:rPr>
              <a:t>Done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847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May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24028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1945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Working POC deployed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89864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85292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Call blocking live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55701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51129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OTP login working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421538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966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Web app on Netlify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69164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72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E1B4B"/>
                </a:solidFill>
              </a:rPr>
              <a:t>DONE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50592" y="1261872"/>
            <a:ext cx="2057400" cy="3611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0592" y="1261872"/>
            <a:ext cx="20574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2450592" y="12618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Now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50592" y="1847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Jun 2026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87752" y="2240280"/>
            <a:ext cx="164592" cy="164592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21945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iOS &amp; Android apps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87752" y="2898648"/>
            <a:ext cx="164592" cy="164592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285292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Exotel ExoPhone (KYC)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87752" y="3557016"/>
            <a:ext cx="164592" cy="164592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0" y="351129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DLT SMS registration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87752" y="4215384"/>
            <a:ext cx="164592" cy="164592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29" name="Text 27"/>
          <p:cNvSpPr/>
          <p:nvPr/>
        </p:nvSpPr>
        <p:spPr>
          <a:xfrm>
            <a:off x="2834640" y="416966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App Store submission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33472" y="4572000"/>
            <a:ext cx="16916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2633472" y="4572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IN PROGRESS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26864" y="1261872"/>
            <a:ext cx="205740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26864" y="1261872"/>
            <a:ext cx="20574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4626864" y="12618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Next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26864" y="1847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Jul-Aug 2026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64024" y="224028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5010912" y="21945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1,000 users target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64024" y="2898648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5010912" y="285292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Razorpay payments live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64024" y="3557016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5010912" y="351129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B2B API launch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64024" y="421538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5010912" y="416966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Android auto-sync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9744" y="4572000"/>
            <a:ext cx="169164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4809744" y="4572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UPCOMING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03136" y="1261872"/>
            <a:ext cx="205740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03136" y="1261872"/>
            <a:ext cx="205740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8" name="Text 46"/>
          <p:cNvSpPr/>
          <p:nvPr/>
        </p:nvSpPr>
        <p:spPr>
          <a:xfrm>
            <a:off x="6803136" y="12618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03136" y="1847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2027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40296" y="224028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1" name="Text 49"/>
          <p:cNvSpPr/>
          <p:nvPr/>
        </p:nvSpPr>
        <p:spPr>
          <a:xfrm>
            <a:off x="7187184" y="21945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100,000 users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40296" y="289864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3" name="Text 51"/>
          <p:cNvSpPr/>
          <p:nvPr/>
        </p:nvSpPr>
        <p:spPr>
          <a:xfrm>
            <a:off x="7187184" y="285292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Bangladesh &amp; Nepal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40296" y="355701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5" name="Text 53"/>
          <p:cNvSpPr/>
          <p:nvPr/>
        </p:nvSpPr>
        <p:spPr>
          <a:xfrm>
            <a:off x="7187184" y="351129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AI spam detection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40296" y="421538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7" name="Text 55"/>
          <p:cNvSpPr/>
          <p:nvPr/>
        </p:nvSpPr>
        <p:spPr>
          <a:xfrm>
            <a:off x="7187184" y="416966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Enterprise contracts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986016" y="4572000"/>
            <a:ext cx="1691640" cy="2560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9" name="Text 57"/>
          <p:cNvSpPr/>
          <p:nvPr/>
        </p:nvSpPr>
        <p:spPr>
          <a:xfrm>
            <a:off x="6986016" y="4572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VISION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</a:rPr>
              <a:t>How we reach 1 million Indian users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272491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61872"/>
            <a:ext cx="2724912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61872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Direct to Consumer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74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App Store + Play Store launch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Instagram/YouTube privacy campaigns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Nikisha as a youth entrepreneur story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069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Referral: 1 month free per friend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72968" y="1261872"/>
            <a:ext cx="272491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261872"/>
            <a:ext cx="2724912" cy="502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3172968" y="1261872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Youth &amp; Schools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10128" y="192024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3557016" y="1874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School presentations by Nikisha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10128" y="265176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3557016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Youth entrepreneur programs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10128" y="338328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3557016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College campus ambassadors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10128" y="411480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3557016" y="4069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"Built by a student" media coverage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25896" y="1261872"/>
            <a:ext cx="272491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25896" y="1261872"/>
            <a:ext cx="272491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025896" y="1261872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B2B Partnerships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63056" y="192024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9944" y="1874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OLX, Housing.com sellers (built-in need)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63056" y="265176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9944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Delivery app driver onboarding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63056" y="338328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6409944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Healthcare &amp; legal professionals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63056" y="411480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9944" y="4069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Corporate privacy plans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6B21A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4F46E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</a:rPr>
              <a:t>THE VISION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Where ShieldInfo is going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804672"/>
          </a:xfrm>
          <a:prstGeom prst="rect">
            <a:avLst/>
          </a:prstGeom>
          <a:solidFill>
            <a:srgbClr val="1E1B4B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99032"/>
            <a:ext cx="530352" cy="53035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990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</a:rPr>
              <a:t>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3533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India Launch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70078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</a:rPr>
              <a:t>10,000 users. iOS + Android. Dedicated ExoPhone. Subscription revenue begins.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8412480" cy="804672"/>
          </a:xfrm>
          <a:prstGeom prst="rect">
            <a:avLst/>
          </a:prstGeom>
          <a:solidFill>
            <a:srgbClr val="1E1B4B"/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331720"/>
            <a:ext cx="530352" cy="530352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31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</a:rPr>
              <a:t>2027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South Asia Scale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6334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</a:rPr>
              <a:t>1 Lakh users. Bangladesh, Nepal, Sri Lanka. API partnerships. Rs.1.5Cr ARR.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127248"/>
            <a:ext cx="8412480" cy="804672"/>
          </a:xfrm>
          <a:prstGeom prst="rect">
            <a:avLst/>
          </a:prstGeom>
          <a:solidFill>
            <a:srgbClr val="1E1B4B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64408"/>
            <a:ext cx="530352" cy="5303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644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</a:rPr>
              <a:t>2028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2186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Platform Vision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5661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</a:rPr>
              <a:t>ShieldInfo becomes a privacy platform. AI spam detection. Enterprise contracts. 10L users.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059936"/>
            <a:ext cx="8412480" cy="804672"/>
          </a:xfrm>
          <a:prstGeom prst="rect">
            <a:avLst/>
          </a:prstGeom>
          <a:solidFill>
            <a:srgbClr val="1E1B4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97096"/>
            <a:ext cx="530352" cy="5303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197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</a:rPr>
              <a:t>2030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4151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Global Privacy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44988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</a:rPr>
              <a:t>The world's most trusted privacy number service. Every person deserves a shield.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"Every Indian deserves a private number. I am going to make that happen." — Nikisha, Age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4572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41148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0" y="411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ShieldInfo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</a:rPr>
              <a:t>shieldinfo.in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2724912"/>
            <a:ext cx="27432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5292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Built by a 12-year-old.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For 900 million Indians.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Nikisha Verma  |  Founder &amp; CEO  |  Age 12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Supported by: Anuj V. Verma (Papa &amp; CTO)  |  averma@payremit.com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iOS  |  Android  |  Web  —  Coming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ShieldInfo — Product Vision by Nikisha Verma</dc:title>
  <dc:subject>PptxGenJS Presentation</dc:subject>
  <dc:creator>PptxGenJS</dc:creator>
  <cp:lastModifiedBy>PptxGenJS</cp:lastModifiedBy>
  <cp:revision>1</cp:revision>
  <dcterms:created xsi:type="dcterms:W3CDTF">2026-05-17T14:43:55Z</dcterms:created>
  <dcterms:modified xsi:type="dcterms:W3CDTF">2026-05-17T14:43:55Z</dcterms:modified>
</cp:coreProperties>
</file>